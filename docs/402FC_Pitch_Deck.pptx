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402FC: Pay-Per-Watch Football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Making football access fairer for fans and more profitable for rights holders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35661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23160"/>
            <a:ext cx="9692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Origin: Built from real fan pain in Indonesia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Model: Pay only for the matches you actually watch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Rail: x402 + STX micropayments for instant unlock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Vision: Convert subscription-frustrated users into legal paying viewers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Hackathon pitch deck | 402FC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Football passion is high, but access is rigid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96926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In Indonesia, football is one of the strongest fan cultures.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Fans are loyal to one club and do not want to miss key matches.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Many supporters only want selected fixtures, not full monthly bundles.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When schedules conflict, users still pay the full subscription and feel wasted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Context from fan behavior in Indonesia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Subscription-only access creates friction and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User-side pain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Paying monthly for 1-2 matches feels inefficient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Emergency schedules make paid subscriptions underused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Price mismatch pushes fans to illegal streams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Market-side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Rights holders miss casual and price-sensitive demand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Piracy captures users willing to pay a fair per-match price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Limited data on match-level willingness to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Core gap: pricing model does not match fan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402FC enables legal, flexible pay-per-watch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96926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Per-event purchase: users pay only when they watch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Micropayment unlock: wallet signs payment on demand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No subscription lock-in, no long commitment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Expandable paid modules: stream pass, highlights, analytics, AI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0.02-0.08 STX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Entry Price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HTTP 402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Protocol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x402 + STX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Payment Rail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Per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Low-friction legal alternative to piracy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Two-step payment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23160"/>
            <a:ext cx="9692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AFAFA"/>
                </a:solidFill>
              </a:defRPr>
            </a:pPr>
            <a:r>
              <a:t>1) User requests premium match content</a:t>
            </a:r>
          </a:p>
          <a:p>
            <a:pPr>
              <a:spcAft>
                <a:spcPts val="1400"/>
              </a:spcAft>
              <a:defRPr sz="2200">
                <a:solidFill>
                  <a:srgbClr val="FAFAFA"/>
                </a:solidFill>
              </a:defRPr>
            </a:pPr>
            <a:r>
              <a:t>2) Server responds with HTTP 402 Payment Required</a:t>
            </a:r>
          </a:p>
          <a:p>
            <a:pPr>
              <a:spcAft>
                <a:spcPts val="1400"/>
              </a:spcAft>
              <a:defRPr sz="2200">
                <a:solidFill>
                  <a:srgbClr val="FAFAFA"/>
                </a:solidFill>
              </a:defRPr>
            </a:pPr>
            <a:r>
              <a:t>3) Wallet signs micro STX payment</a:t>
            </a:r>
          </a:p>
          <a:p>
            <a:pPr>
              <a:spcAft>
                <a:spcPts val="1400"/>
              </a:spcAft>
              <a:defRPr sz="2200">
                <a:solidFill>
                  <a:srgbClr val="FAFAFA"/>
                </a:solidFill>
              </a:defRPr>
            </a:pPr>
            <a:r>
              <a:t>4) Paid retry returns unlocked content/session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10515600" cy="96012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576072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AFAFA"/>
                </a:solidFill>
              </a:defRPr>
            </a:pPr>
            <a:r>
              <a:t>MVP already validates this preflight + paid retry behavior</a:t>
            </a:r>
          </a:p>
          <a:p>
            <a:pPr>
              <a:spcAft>
                <a:spcPts val="1400"/>
              </a:spcAft>
              <a:defRPr sz="1400">
                <a:solidFill>
                  <a:srgbClr val="FAFAFA"/>
                </a:solidFill>
              </a:defRPr>
            </a:pPr>
            <a:r>
              <a:t>Integration tests lock flow reliability for future iterations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x402 payment challenge -&gt; signed payment -&gt; content unlock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Indonesia beachhead, then territory-by-territory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MVP market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TAM: Large digital football audience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SAM: Fans who prefer occasional event-based purchases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SOM: Focused first-year capture via one-league launch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Illustrative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Early paid capture: 0.2% to 0.8% of reachable SAM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Paid events/user/month: 1 to 3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Upside from high-intent derby and big-match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Illustrative planning model, not final financial guidance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Stakeholder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Win-win for fans and rights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For clubs/leagues/organizers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New incremental revenue from non-subscriber segments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Monetize long-tail fixtures beyond marquee matches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Reduce piracy pressure with fair legal pricing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Get richer match-level demand and pricing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011680"/>
            <a:ext cx="5257800" cy="40233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59" y="2240280"/>
            <a:ext cx="4754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200">
                <a:solidFill>
                  <a:srgbClr val="FC6432"/>
                </a:solidFill>
              </a:rPr>
              <a:t>For fans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59" y="28803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Pay only when they watch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Lower commitment and clearer value per spend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Faster, cleaner legal access for priority matches</a:t>
            </a:r>
          </a:p>
          <a:p>
            <a:pPr>
              <a:spcAft>
                <a:spcPts val="1000"/>
              </a:spcAft>
              <a:defRPr sz="1800">
                <a:solidFill>
                  <a:srgbClr val="FAFAFA"/>
                </a:solidFill>
              </a:defRPr>
            </a:pPr>
            <a:r>
              <a:t>Optional premium modules without bundle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Business and consumer incentives are aligned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Monetization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Flexible packaging around match-level intent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969264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Single match pass (core product)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Derby pass and club-only mini bundles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Replay/highlight unlocks after live window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Premium analytics and AI prediction add-ons</a:t>
            </a:r>
          </a:p>
          <a:p>
            <a:pPr>
              <a:spcAft>
                <a:spcPts val="1400"/>
              </a:spcAft>
              <a:defRPr sz="2400">
                <a:solidFill>
                  <a:srgbClr val="FAFAFA"/>
                </a:solidFill>
              </a:defRPr>
            </a:pPr>
            <a:r>
              <a:t>Future levers: sponsor-backed unlock credits and dynamic pricing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Paid Unlock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Primary 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47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Repeat 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Retention KPI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Playback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Ops KPI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38360" y="4389120"/>
            <a:ext cx="2651760" cy="150876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4572000"/>
            <a:ext cx="2286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600">
                <a:solidFill>
                  <a:srgbClr val="FC6432"/>
                </a:solidFill>
              </a:rPr>
              <a:t>Piracy Substitution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257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A1A1AA"/>
                </a:solidFill>
              </a:rPr>
              <a:t>Risk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Revenue scales with real match demand, not forced subscriptions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From hackathon MVP to licensed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301752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23160"/>
            <a:ext cx="969264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Phase 1 (now): Stabilize payment + entitlement flow, polish UX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Phase 2: Territory pilot with one licensed competition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Phase 3: Add geo-rights, DRM, concurrency controls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Phase 4: Expand by territory and add prediction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0B981"/>
                </a:solidFill>
              </a:rPr>
              <a:t>Near-term goal: prove conversion + reliability in one pilot market, then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Rights-compliant expansion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C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AFAFA"/>
                </a:solidFill>
              </a:rPr>
              <a:t>Closing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A1A1AA"/>
                </a:solidFill>
              </a:rPr>
              <a:t>402FC turns subscription-frustrated football fans into legal pay-per-watch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10515600" cy="3474720"/>
          </a:xfrm>
          <a:prstGeom prst="rect">
            <a:avLst/>
          </a:prstGeom>
          <a:solidFill>
            <a:srgbClr val="18181B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23160"/>
            <a:ext cx="969264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Fan truth: loyalty is club-centric, not always monthly-plan-centric.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Product truth: match-level pricing creates a fair legal path.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Business truth: rights holders gain incremental demand and better pricing intelligence.</a:t>
            </a:r>
          </a:p>
          <a:p>
            <a:pPr>
              <a:spcAft>
                <a:spcPts val="1400"/>
              </a:spcAft>
              <a:defRPr sz="2000">
                <a:solidFill>
                  <a:srgbClr val="FAFAFA"/>
                </a:solidFill>
              </a:defRPr>
            </a:pPr>
            <a:r>
              <a:t>Ask: support pilot territory partnerships to validate this model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C6432"/>
                </a:solidFill>
              </a:rPr>
              <a:t>Thank you | 402FC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1A1AA"/>
                </a:solidFill>
              </a:rPr>
              <a:t>Contact: 402FC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